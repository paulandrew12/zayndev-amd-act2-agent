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640080"/>
            <a:ext cx="164592" cy="164592"/>
          </a:xfrm>
          <a:prstGeom prst="ellipse">
            <a:avLst/>
          </a:prstGeom>
          <a:solidFill>
            <a:srgbClr val="1FA97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804672"/>
            <a:ext cx="164592" cy="164592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594360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207008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143000"/>
            <a:ext cx="164592" cy="164592"/>
          </a:xfrm>
          <a:prstGeom prst="ellipse">
            <a:avLst/>
          </a:prstGeom>
          <a:solidFill>
            <a:srgbClr val="1FA971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67160" y="960120"/>
            <a:ext cx="164592" cy="164592"/>
          </a:xfrm>
          <a:prstGeom prst="ellipse">
            <a:avLst/>
          </a:prstGeom>
          <a:solidFill>
            <a:srgbClr val="FF5A3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1463040"/>
            <a:ext cx="164592" cy="164592"/>
          </a:xfrm>
          <a:prstGeom prst="ellipse">
            <a:avLst/>
          </a:prstGeom>
          <a:solidFill>
            <a:srgbClr val="2A2E3D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1600200"/>
            <a:ext cx="164592" cy="164592"/>
          </a:xfrm>
          <a:prstGeom prst="ellipse">
            <a:avLst/>
          </a:prstGeom>
          <a:solidFill>
            <a:srgbClr val="FF5A3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HACKATHON: ACT II   ·   TRACK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</a:t>
            </a:r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Eight task categories. The fewest tokens on the leaderboard.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ZaynDev</a:t>
            </a:r>
            <a:pPr indent="0" marL="0">
              <a:buNone/>
            </a:pPr>
            <a:r>
              <a:rPr lang="en-US" sz="13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Nairobi, Kenya   ·   github.com/paulandrew12/zayndev-amd-act2-agent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eight jobs, judged on tokens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asks for a single agent that handles </a:t>
            </a:r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capability categories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factual Q&amp;A, math, sentiment, summarisation, NER, code debugging, logic, and code generation — using Fireworks-hosted models, shipped as a Docker container.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800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1691640"/>
            <a:ext cx="822960" cy="822960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9538" y="1930298"/>
            <a:ext cx="345643" cy="3456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Accuracy gate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0" y="21945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LLM-judge scores every answer. Miss the threshold and you're off the leaderboard entirely.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20840" y="3794760"/>
            <a:ext cx="4800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4114800"/>
            <a:ext cx="822960" cy="822960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538" y="4353458"/>
            <a:ext cx="345643" cy="3456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0" y="4206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Fewest tokens win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046720" y="46177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clears the gate is then ranked by total tokens. Lowest count takes the prize.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77240" y="50749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binary gate, then win a token race — an objective, leaderboard-scored race.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48640"/>
            <a:ext cx="164592" cy="164592"/>
          </a:xfrm>
          <a:prstGeom prst="ellipse">
            <a:avLst/>
          </a:prstGeom>
          <a:solidFill>
            <a:srgbClr val="1FA97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713232"/>
            <a:ext cx="164592" cy="164592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4" name="Shape 2"/>
          <p:cNvSpPr/>
          <p:nvPr/>
        </p:nvSpPr>
        <p:spPr>
          <a:xfrm>
            <a:off x="11201400" y="502920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115568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6" name="Shape 4"/>
          <p:cNvSpPr/>
          <p:nvPr/>
        </p:nvSpPr>
        <p:spPr>
          <a:xfrm>
            <a:off x="11109960" y="1051560"/>
            <a:ext cx="164592" cy="164592"/>
          </a:xfrm>
          <a:prstGeom prst="ellipse">
            <a:avLst/>
          </a:prstGeom>
          <a:solidFill>
            <a:srgbClr val="1FA971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868680"/>
            <a:ext cx="164592" cy="164592"/>
          </a:xfrm>
          <a:prstGeom prst="ellipse">
            <a:avLst/>
          </a:prstGeom>
          <a:solidFill>
            <a:srgbClr val="FF5A3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75720" y="1371600"/>
            <a:ext cx="164592" cy="164592"/>
          </a:xfrm>
          <a:prstGeom prst="ellipse">
            <a:avLst/>
          </a:prstGeom>
          <a:solidFill>
            <a:srgbClr val="2A2E3D"/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0" y="1508760"/>
            <a:ext cx="164592" cy="164592"/>
          </a:xfrm>
          <a:prstGeom prst="ellipse">
            <a:avLst/>
          </a:prstGeom>
          <a:solidFill>
            <a:srgbClr val="FF5A3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109728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is dominated by 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verbosity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which model you pick.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alone, these models “think out loud” before answering. That preamble does two kinds of damage: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913632"/>
            <a:ext cx="731520" cy="731520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4125773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4754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tokens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05840" y="51663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tokens of reasoning you're billed for on every single task.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206240" y="361188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3913632"/>
            <a:ext cx="731520" cy="731520"/>
          </a:xfrm>
          <a:prstGeom prst="ellipse">
            <a:avLst/>
          </a:prstGeom>
          <a:solidFill>
            <a:srgbClr val="B4442E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4125773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34840" y="4754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gate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4434840" y="51663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cap truncates the reply before the actual answer arrives — an automatic miss.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635240" y="3611880"/>
            <a:ext cx="3749040" cy="2468880"/>
          </a:xfrm>
          <a:prstGeom prst="roundRect">
            <a:avLst>
              <a:gd name="adj" fmla="val 3333"/>
            </a:avLst>
          </a:prstGeom>
          <a:solidFill>
            <a:srgbClr val="0E1017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86384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sentiment →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863840" y="42062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user wants me to classify the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sentiment. Let me analyze each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 for emotional valence…”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863840" y="55046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truncated — no label — </a:t>
            </a:r>
            <a:pPr indent="0" marL="0">
              <a:buNone/>
            </a:pPr>
            <a:r>
              <a:rPr lang="en-US" sz="1250" b="1" dirty="0">
                <a:solidFill>
                  <a:srgbClr val="FF7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pipeline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777240" cy="777240"/>
          </a:xfrm>
          <a:prstGeom prst="ellipse">
            <a:avLst/>
          </a:prstGeom>
          <a:solidFill>
            <a:srgbClr val="1FA97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680" y="251140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Zero-token router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9728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Pure-regex classifier sorts each task into one of 8 categories. No LLM call — costs 0 tokens.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4572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tokens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87952" y="30632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90288" y="196596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0328" y="2286000"/>
            <a:ext cx="777240" cy="777240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8" y="2511400"/>
            <a:ext cx="326441" cy="3264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9168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910328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 category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4910328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ALLOWED_MODELS at runtime and picks the strongest allowed model for that category.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10328" y="4572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001000" y="30632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8403336" y="196596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23376" y="2286000"/>
            <a:ext cx="777240" cy="777240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776" y="2511400"/>
            <a:ext cx="326441" cy="32644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872216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723376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Answer-only prompt</a:t>
            </a:r>
            <a:endParaRPr lang="en-US" sz="1850" dirty="0"/>
          </a:p>
        </p:txBody>
      </p:sp>
      <p:sp>
        <p:nvSpPr>
          <p:cNvPr id="25" name="Text 20"/>
          <p:cNvSpPr/>
          <p:nvPr/>
        </p:nvSpPr>
        <p:spPr>
          <a:xfrm>
            <a:off x="8723376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terse, category-specific prompt forbids preamble; a tight cap backstops truncation.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723376" y="4572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tokens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contract: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/input/tasks.json  →  writes /output/results.json  ·  runs tasks concurrently within the 10-minute budget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EFFICIENT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levers, one goal: fewer tokens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527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9424"/>
            <a:ext cx="731520" cy="731520"/>
          </a:xfrm>
          <a:prstGeom prst="ellipse">
            <a:avLst/>
          </a:prstGeom>
          <a:solidFill>
            <a:srgbClr val="1FA97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46156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18541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Zero-token routing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86400" y="2148840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pure regex. Competitors who route with an LLM call pay for it twice — the routing call plus the answer.</a:t>
            </a:r>
            <a:endParaRPr lang="en-US" sz="1380" dirty="0"/>
          </a:p>
        </p:txBody>
      </p:sp>
      <p:sp>
        <p:nvSpPr>
          <p:cNvPr id="9" name="Shape 6"/>
          <p:cNvSpPr/>
          <p:nvPr/>
        </p:nvSpPr>
        <p:spPr>
          <a:xfrm>
            <a:off x="777240" y="3447288"/>
            <a:ext cx="106527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3730752"/>
            <a:ext cx="731520" cy="731520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394289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66674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 suppression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486400" y="3630168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Answer-only prompts cut the chain-of-thought that inflates every response — the single biggest lever on the score.</a:t>
            </a:r>
            <a:endParaRPr lang="en-US" sz="1380" dirty="0"/>
          </a:p>
        </p:txBody>
      </p:sp>
      <p:sp>
        <p:nvSpPr>
          <p:cNvPr id="14" name="Shape 10"/>
          <p:cNvSpPr/>
          <p:nvPr/>
        </p:nvSpPr>
        <p:spPr>
          <a:xfrm>
            <a:off x="777240" y="4928616"/>
            <a:ext cx="106527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5212080"/>
            <a:ext cx="731520" cy="731520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54242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51480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model, per task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5486400" y="5111496"/>
            <a:ext cx="5715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headroom is free under the gate. We spend tokens on the answer, never on a model hedging or second-guessing.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END-TO-END, LIVE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— and we can measure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87168" cy="2651760"/>
          </a:xfrm>
          <a:prstGeom prst="roundRect">
            <a:avLst>
              <a:gd name="adj" fmla="val 3309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6888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accuracy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tokens spent)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47288" y="2148840"/>
            <a:ext cx="2487168" cy="2651760"/>
          </a:xfrm>
          <a:prstGeom prst="roundRect">
            <a:avLst>
              <a:gd name="adj" fmla="val 3309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246888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84448" y="37033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accuracy, live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public models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4496" y="2148840"/>
            <a:ext cx="2487168" cy="2651760"/>
          </a:xfrm>
          <a:prstGeom prst="roundRect">
            <a:avLst>
              <a:gd name="adj" fmla="val 3309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91656" y="246888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391656" y="37033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spent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each task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61704" y="2148840"/>
            <a:ext cx="2487168" cy="2651760"/>
          </a:xfrm>
          <a:prstGeom prst="roundRect">
            <a:avLst>
              <a:gd name="adj" fmla="val 3309"/>
            </a:avLst>
          </a:prstGeom>
          <a:solidFill>
            <a:srgbClr val="1B1E2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246888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48MB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198864" y="370332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·  &lt;60s start</a:t>
            </a:r>
            <a:endParaRPr lang="en-US" sz="13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 10GB)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40-task eval, real Fireworks API, real token counts. </a:t>
            </a:r>
            <a:pPr indent="0" marL="0">
              <a:buNone/>
            </a:pPr>
            <a:r>
              <a:rPr lang="en-US" sz="1450" i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 tokens are tuned on the hackathon's own models.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entries optimise the wrong 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2120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approach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router to pick a cheap vs. expensive model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raw task prompt straight to the model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answer however verbosely it likes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output length quietly dominates the token bill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206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 free — regex, zero tokens, no second call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answer-only prompts kill the preamble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real cost: how long the answer is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allowed model — accuracy headroom is free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fancy router can tie “always use the cheap model.” The untapped lever is verbosity.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the spec, built not to break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58568"/>
            <a:ext cx="658368" cy="658368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487" y="2449495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67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linux/amd64 manifest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51560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Cross-built for the judging VM — the silent-failure requirement, handled.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590288" y="196596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2258568"/>
            <a:ext cx="658368" cy="658368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535" y="2449495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87568" y="2167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48MB, &lt;60s cold start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64608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image, well under the 10GB cap; ready long before the 60-second limit.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403336" y="196596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77656" y="2258568"/>
            <a:ext cx="658368" cy="658368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583" y="2449495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0616" y="2167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Contract-perfect I/O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77656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writes valid /output/results.json — malformed output scores zero.</a:t>
            </a:r>
            <a:endParaRPr lang="en-US" sz="1280" dirty="0"/>
          </a:p>
        </p:txBody>
      </p:sp>
      <p:sp>
        <p:nvSpPr>
          <p:cNvPr id="19" name="Shape 14"/>
          <p:cNvSpPr/>
          <p:nvPr/>
        </p:nvSpPr>
        <p:spPr>
          <a:xfrm>
            <a:off x="777240" y="3858768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51560" y="4151376"/>
            <a:ext cx="658368" cy="658368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487" y="4342303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059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gracefully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51560" y="47000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isolation + retries: one bad task can never sink the whole run.</a:t>
            </a:r>
            <a:endParaRPr lang="en-US" sz="1280" dirty="0"/>
          </a:p>
        </p:txBody>
      </p:sp>
      <p:sp>
        <p:nvSpPr>
          <p:cNvPr id="24" name="Shape 18"/>
          <p:cNvSpPr/>
          <p:nvPr/>
        </p:nvSpPr>
        <p:spPr>
          <a:xfrm>
            <a:off x="4590288" y="3858768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64608" y="4151376"/>
            <a:ext cx="658368" cy="658368"/>
          </a:xfrm>
          <a:prstGeom prst="ellipse">
            <a:avLst/>
          </a:prstGeom>
          <a:solidFill>
            <a:srgbClr val="1A1C24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535" y="4342303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87568" y="4059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concurrency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864608" y="47000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run in parallel, comfortably inside the 10-minute runtime budget.</a:t>
            </a:r>
            <a:endParaRPr lang="en-US" sz="1280" dirty="0"/>
          </a:p>
        </p:txBody>
      </p:sp>
      <p:sp>
        <p:nvSpPr>
          <p:cNvPr id="29" name="Shape 22"/>
          <p:cNvSpPr/>
          <p:nvPr/>
        </p:nvSpPr>
        <p:spPr>
          <a:xfrm>
            <a:off x="8403336" y="3858768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77656" y="4151376"/>
            <a:ext cx="658368" cy="658368"/>
          </a:xfrm>
          <a:prstGeom prst="ellipse">
            <a:avLst/>
          </a:prstGeom>
          <a:solidFill>
            <a:srgbClr val="FF5A3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583" y="4342303"/>
            <a:ext cx="276515" cy="2765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00616" y="40599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&amp; reproducible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677656" y="47000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repo, clean modules, one-command local test harness.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5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before we spend a submission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64922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777240" cy="777240"/>
          </a:xfrm>
          <a:prstGeom prst="ellipse">
            <a:avLst/>
          </a:prstGeom>
          <a:solidFill>
            <a:srgbClr val="1FA971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680" y="2557120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3957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harness that mirrors the judge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labelled tasks spanning all 8 categories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Checkers mirror the accuracy gate — including sandboxed execution of generated code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(routing + token estimate) and live mode (real accuracy + real tokens)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accuracy and token report on every run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543800" y="2011680"/>
            <a:ext cx="3886200" cy="3657600"/>
          </a:xfrm>
          <a:prstGeom prst="roundRect">
            <a:avLst>
              <a:gd name="adj" fmla="val 2250"/>
            </a:avLst>
          </a:prstGeom>
          <a:solidFill>
            <a:srgbClr val="12141C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6517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7772400" y="3703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per hour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18120" y="42062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don't waste them guessing. Every submission is a measured step, not a shot in the dark.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164592" cy="164592"/>
          </a:xfrm>
          <a:prstGeom prst="ellipse">
            <a:avLst/>
          </a:prstGeom>
          <a:solidFill>
            <a:srgbClr val="1FA97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850392"/>
            <a:ext cx="164592" cy="164592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640080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252728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188720"/>
            <a:ext cx="164592" cy="164592"/>
          </a:xfrm>
          <a:prstGeom prst="ellipse">
            <a:avLst/>
          </a:prstGeom>
          <a:solidFill>
            <a:srgbClr val="1FA971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1005840"/>
            <a:ext cx="164592" cy="164592"/>
          </a:xfrm>
          <a:prstGeom prst="ellipse">
            <a:avLst/>
          </a:prstGeom>
          <a:solidFill>
            <a:srgbClr val="FF5A3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508760"/>
            <a:ext cx="164592" cy="164592"/>
          </a:xfrm>
          <a:prstGeom prst="ellipse">
            <a:avLst/>
          </a:prstGeom>
          <a:solidFill>
            <a:srgbClr val="2A2E3D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645920"/>
            <a:ext cx="164592" cy="164592"/>
          </a:xfrm>
          <a:prstGeom prst="ellipse">
            <a:avLst/>
          </a:prstGeom>
          <a:solidFill>
            <a:srgbClr val="FF5A3C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95560" y="5394960"/>
            <a:ext cx="164592" cy="164592"/>
          </a:xfrm>
          <a:prstGeom prst="ellipse">
            <a:avLst/>
          </a:prstGeom>
          <a:solidFill>
            <a:srgbClr val="1FA971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5559552"/>
            <a:ext cx="164592" cy="164592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0" y="5349240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5961888"/>
            <a:ext cx="164592" cy="164592"/>
          </a:xfrm>
          <a:prstGeom prst="ellipse">
            <a:avLst/>
          </a:prstGeom>
          <a:solidFill>
            <a:srgbClr val="3A3F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64240" y="5897880"/>
            <a:ext cx="164592" cy="164592"/>
          </a:xfrm>
          <a:prstGeom prst="ellipse">
            <a:avLst/>
          </a:prstGeom>
          <a:solidFill>
            <a:srgbClr val="1FA971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67160" y="5715000"/>
            <a:ext cx="164592" cy="164592"/>
          </a:xfrm>
          <a:prstGeom prst="ellipse">
            <a:avLst/>
          </a:prstGeom>
          <a:solidFill>
            <a:srgbClr val="FF5A3C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0" y="6217920"/>
            <a:ext cx="164592" cy="164592"/>
          </a:xfrm>
          <a:prstGeom prst="ellipse">
            <a:avLst/>
          </a:prstGeom>
          <a:solidFill>
            <a:srgbClr val="2A2E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0" y="6355080"/>
            <a:ext cx="164592" cy="164592"/>
          </a:xfrm>
          <a:prstGeom prst="ellipse">
            <a:avLst/>
          </a:prstGeom>
          <a:solidFill>
            <a:srgbClr val="FF5A3C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488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gate.
</a:t>
            </a:r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 fewest tokens.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agent engineered for one number: total tokens.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ZaynDev</a:t>
            </a:r>
            <a:pPr algn="ctr" indent="0" marL="0">
              <a:buNone/>
            </a:pPr>
            <a:r>
              <a:rPr lang="en-US" sz="135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Track 1   ·   github.com/paulandrew12/zayndev-amd-act2-agent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Token-Efficient General-Purpose AI Agent</dc:title>
  <dc:subject>PptxGenJS Presentation</dc:subject>
  <dc:creator>Team ZaynDev</dc:creator>
  <cp:lastModifiedBy>Team ZaynDev</cp:lastModifiedBy>
  <cp:revision>1</cp:revision>
  <dcterms:created xsi:type="dcterms:W3CDTF">2026-07-09T12:18:32Z</dcterms:created>
  <dcterms:modified xsi:type="dcterms:W3CDTF">2026-07-09T12:18:32Z</dcterms:modified>
</cp:coreProperties>
</file>